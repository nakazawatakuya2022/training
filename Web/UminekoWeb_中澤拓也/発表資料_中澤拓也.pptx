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64" r:id="rId4"/>
    <p:sldId id="265" r:id="rId5"/>
    <p:sldId id="266" r:id="rId6"/>
    <p:sldId id="267" r:id="rId7"/>
    <p:sldId id="268" r:id="rId8"/>
    <p:sldId id="269" r:id="rId9"/>
    <p:sldId id="262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A8B03D-EC97-49AC-B16A-822760B2A63D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97B567-DCFF-45C4-B2F4-05D37AC39A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2755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5930AB-F11A-D207-BFA6-8871D930D8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CFB0757-C2C3-E82C-7B8A-CF75040DEF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EB1DB77-A69B-EEE2-E619-AE49DD270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FAF6-BFBA-484F-A347-DD539635B3C2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1E54983-675C-ED90-86D6-975504164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7650EF9-307E-1D9E-0E5C-6BA81D700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BC4AD-035E-455C-A7FD-E480DD5ACC5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3709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E25111-434B-73F9-FDDF-184B0FEC6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509B1C8-7306-A3B4-414E-6282FC74B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21DA4EF-8D9A-63FA-C663-3AACD077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FAF6-BFBA-484F-A347-DD539635B3C2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93970D-A452-EEE8-BF5E-533F2FCA7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F1EC1FF-88EB-7688-9412-3DA153AC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BC4AD-035E-455C-A7FD-E480DD5ACC5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2883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FB2E04-7947-D48B-2AE1-D33BAC216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C7C425B-AA0A-9186-22D4-3CBA2A6945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7231E9-40B4-7E07-A7A4-648CE4F1A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FAF6-BFBA-484F-A347-DD539635B3C2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1C76FE-DE95-439A-933D-C7ABF483D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B972B92-D609-7404-E6A7-A4EDFF42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BC4AD-035E-455C-A7FD-E480DD5ACC5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0213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5C2BEB-3513-A057-9713-59112110C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B595E10-C7A1-5D33-2F7F-981D697B0E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B48E73F-C5AD-DE7E-A328-9E31313A77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80E3B7A-D52C-C37B-EFB6-E7F2CBB6D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FAF6-BFBA-484F-A347-DD539635B3C2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0723D6F-5A22-C7CC-3547-DB136AD8C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4E631D1-C1B2-24AC-5C0E-DF9E5FCBD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BC4AD-035E-455C-A7FD-E480DD5ACC5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47979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00A3BD-12AA-2702-3181-604C59888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CC1596B-2F9B-D588-E258-EEB854107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E3C0EE9-6F3F-4918-95EF-C06486F81C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15A6646-E6C6-2DB1-E50B-476518FABB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2182DEF-4204-E13C-308F-A28AFC3678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FA017D3-EE03-C38F-0653-5DDFA558B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FAF6-BFBA-484F-A347-DD539635B3C2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45E0AB-44E5-1D67-F36E-1E170E259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B2E9DFF-41CB-C79E-E0FD-DFDC35A37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BC4AD-035E-455C-A7FD-E480DD5ACC5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73369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7A1681-9C45-0E02-E74E-CC48E3B3E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09FEE43-B245-20C0-97FC-697590D6A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FAF6-BFBA-484F-A347-DD539635B3C2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0736B11-D237-194F-F772-0B665DD78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B502549-B043-18F8-2979-407839D11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BC4AD-035E-455C-A7FD-E480DD5ACC5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1108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E71BAFA-B1E1-9841-4FA7-06E05EEFC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FAF6-BFBA-484F-A347-DD539635B3C2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087BB16-4468-C70F-EAE7-2CB49E604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68F8E45-4258-19AC-6EEB-A36799B91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BC4AD-035E-455C-A7FD-E480DD5ACC5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69941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0D3EA6-FD98-3877-8156-CFB3C6165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AE84C40-AF7F-3295-456B-7CBA8B538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E9D382E-72EA-A153-0481-B6FD41EA4D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74B526-DDFA-897A-7F3B-FB2865D23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FAF6-BFBA-484F-A347-DD539635B3C2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D0DD32F-74F0-2C3C-F5FE-FF4635746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D436CFD-C163-6ED4-1FBF-66D2A75D8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BC4AD-035E-455C-A7FD-E480DD5ACC5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472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656812-F2E5-8A61-E6E7-C84390C91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4392775-25B7-B8B1-8F09-438095C74F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0C3F951-E8C7-12BC-FC3E-B74ADD9425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83423CD-2DF3-B482-F0B4-2AA46F779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FAF6-BFBA-484F-A347-DD539635B3C2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ACA72CD-7083-87CB-8F31-C4063B07C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CE10E6C-BC13-6087-2811-E1B745CFB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BC4AD-035E-455C-A7FD-E480DD5ACC5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6588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D73654-8153-46BF-919F-D493CFE22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54F79FC-FE8E-7575-2871-DE9882189A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ECBFD1-73DB-E63D-85F6-9E7FB6105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FAF6-BFBA-484F-A347-DD539635B3C2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123400-5EF5-EEA8-A69C-A67F6E511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4DD3CE-2186-58EF-CFB2-4EC7AA14A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BC4AD-035E-455C-A7FD-E480DD5ACC5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74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741ED77-10DA-18F7-9AAC-6CB52AADB9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104CE72-8F54-2BDA-1FC1-6DB862F308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23B1DF3-87C4-0D26-F78F-5194BBA7F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EFAF6-BFBA-484F-A347-DD539635B3C2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28D9503-9C26-8C96-31C9-B9EEDA773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CBBA0B-6B49-5F08-0198-5B0719906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EBC4AD-035E-455C-A7FD-E480DD5ACC5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2797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617F9CD-01E6-DF47-198F-9E746B994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6F1608-D60F-BF88-FB8E-C7710D03F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B6861B5-BE37-4ED0-382A-DC581AF0C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EFAF6-BFBA-484F-A347-DD539635B3C2}" type="datetimeFigureOut">
              <a:rPr kumimoji="1" lang="ja-JP" altLang="en-US" smtClean="0"/>
              <a:t>2026/5/28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EF80A78-655B-3093-8DE4-7843F16A20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3C888F-57C8-8A8C-151D-BC7C574A3D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EBC4AD-035E-455C-A7FD-E480DD5ACC5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66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8A297C-B9E2-C663-3F37-7E8663338C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28737"/>
            <a:ext cx="9144000" cy="24717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ja-JP" altLang="en-US" dirty="0">
                <a:latin typeface="游ゴシック" panose="020B0400000000000000" pitchFamily="50" charset="-128"/>
                <a:ea typeface="游ゴシック" panose="020B0400000000000000" pitchFamily="50" charset="-128"/>
              </a:rPr>
              <a:t>蔵書管理システム</a:t>
            </a:r>
            <a:br>
              <a:rPr lang="en-US" altLang="ja-JP" dirty="0">
                <a:latin typeface="+mn-lt"/>
              </a:rPr>
            </a:br>
            <a:r>
              <a:rPr lang="zh-TW" altLang="en-US" sz="4000" dirty="0">
                <a:latin typeface="游ゴシック" panose="020B0400000000000000" pitchFamily="50" charset="-128"/>
                <a:ea typeface="游ゴシック" panose="020B0400000000000000" pitchFamily="50" charset="-128"/>
              </a:rPr>
              <a:t>総合演習 発表</a:t>
            </a:r>
            <a:endParaRPr kumimoji="1" lang="ja-JP" altLang="en-US" sz="4000" dirty="0"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3C90E47-6256-4804-BFF9-25BDDC540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33850" y="5529263"/>
            <a:ext cx="8058150" cy="877887"/>
          </a:xfrm>
        </p:spPr>
        <p:txBody>
          <a:bodyPr/>
          <a:lstStyle/>
          <a:p>
            <a:r>
              <a:rPr kumimoji="1" lang="ja-JP" altLang="en-US" sz="2400" dirty="0">
                <a:solidFill>
                  <a:schemeClr val="tx1"/>
                </a:solidFill>
              </a:rPr>
              <a:t>株式会社マプコン 中澤 拓也</a:t>
            </a:r>
          </a:p>
        </p:txBody>
      </p:sp>
    </p:spTree>
    <p:extLst>
      <p:ext uri="{BB962C8B-B14F-4D97-AF65-F5344CB8AC3E}">
        <p14:creationId xmlns:p14="http://schemas.microsoft.com/office/powerpoint/2010/main" val="33374756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B3FB46-9CCC-42B3-AF0C-C4A067149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目次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6837288-2E7C-4CEF-BD65-A23C857B0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76675" cy="3517900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ja-JP" altLang="en-US" dirty="0"/>
              <a:t>システム概要</a:t>
            </a:r>
            <a:endParaRPr lang="en-US" altLang="ja-JP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ja-JP" altLang="en-US" dirty="0"/>
              <a:t>開発目的</a:t>
            </a:r>
            <a:endParaRPr lang="en-US" altLang="ja-JP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ja-JP" altLang="en-US" dirty="0"/>
              <a:t>システム構成</a:t>
            </a:r>
            <a:endParaRPr lang="en-US" altLang="ja-JP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ja-JP" altLang="en-US" dirty="0"/>
              <a:t>使用技術</a:t>
            </a:r>
            <a:endParaRPr lang="en-US" altLang="ja-JP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設計</a:t>
            </a: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endParaRPr kumimoji="1" lang="ja-JP" altLang="en-US" dirty="0"/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9D65F6C5-BA24-4A9D-86C5-3B5E8400012E}"/>
              </a:ext>
            </a:extLst>
          </p:cNvPr>
          <p:cNvSpPr txBox="1">
            <a:spLocks/>
          </p:cNvSpPr>
          <p:nvPr/>
        </p:nvSpPr>
        <p:spPr>
          <a:xfrm>
            <a:off x="5538789" y="1825625"/>
            <a:ext cx="4605336" cy="35179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+mj-lt"/>
              <a:buAutoNum type="arabicPeriod" startAt="6"/>
            </a:pPr>
            <a:r>
              <a:rPr lang="zh-TW" altLang="en-US" dirty="0"/>
              <a:t>主要機能紹介</a:t>
            </a:r>
            <a:endParaRPr lang="en-US" altLang="zh-TW" dirty="0"/>
          </a:p>
          <a:p>
            <a:pPr marL="514350" indent="-514350">
              <a:lnSpc>
                <a:spcPct val="150000"/>
              </a:lnSpc>
              <a:buFont typeface="+mj-lt"/>
              <a:buAutoNum type="arabicPeriod" startAt="6"/>
            </a:pPr>
            <a:r>
              <a:rPr lang="ja-JP" altLang="en-US" dirty="0"/>
              <a:t>デモンストレーション</a:t>
            </a:r>
            <a:endParaRPr lang="en-US" altLang="ja-JP" dirty="0"/>
          </a:p>
          <a:p>
            <a:pPr marL="514350" indent="-514350">
              <a:lnSpc>
                <a:spcPct val="150000"/>
              </a:lnSpc>
              <a:buFont typeface="+mj-lt"/>
              <a:buAutoNum type="arabicPeriod" startAt="6"/>
            </a:pPr>
            <a:r>
              <a:rPr lang="ja-JP" altLang="en-US" dirty="0"/>
              <a:t>総合演習の所感</a:t>
            </a:r>
            <a:endParaRPr lang="en-US" altLang="ja-JP" dirty="0"/>
          </a:p>
          <a:p>
            <a:pPr marL="514350" indent="-514350">
              <a:lnSpc>
                <a:spcPct val="150000"/>
              </a:lnSpc>
              <a:buFont typeface="+mj-lt"/>
              <a:buAutoNum type="arabicPeriod" startAt="6"/>
            </a:pPr>
            <a:r>
              <a:rPr lang="ja-JP" altLang="en-US" dirty="0"/>
              <a:t>研修全体の所感</a:t>
            </a:r>
            <a:endParaRPr lang="en-US" altLang="ja-JP" dirty="0"/>
          </a:p>
          <a:p>
            <a:pPr marL="514350" indent="-514350">
              <a:lnSpc>
                <a:spcPct val="150000"/>
              </a:lnSpc>
              <a:buFont typeface="+mj-lt"/>
              <a:buAutoNum type="arabicPeriod" startAt="6"/>
            </a:pPr>
            <a:r>
              <a:rPr lang="ja-JP" altLang="en-US" dirty="0"/>
              <a:t>まとめ</a:t>
            </a:r>
            <a:endParaRPr lang="en-US" altLang="ja-JP" dirty="0"/>
          </a:p>
          <a:p>
            <a:pPr marL="514350" indent="-514350">
              <a:buFont typeface="+mj-lt"/>
              <a:buAutoNum type="arabicPeriod" startAt="6"/>
            </a:pPr>
            <a:endParaRPr lang="en-US" altLang="ja-JP" dirty="0"/>
          </a:p>
          <a:p>
            <a:pPr marL="514350" indent="-514350">
              <a:buFont typeface="+mj-lt"/>
              <a:buAutoNum type="arabicPeriod" startAt="6"/>
            </a:pPr>
            <a:endParaRPr lang="en-US" altLang="ja-JP" dirty="0"/>
          </a:p>
          <a:p>
            <a:pPr marL="514350" indent="-514350">
              <a:buFont typeface="+mj-lt"/>
              <a:buAutoNum type="arabicPeriod" startAt="6"/>
            </a:pPr>
            <a:endParaRPr lang="en-US" altLang="ja-JP" dirty="0"/>
          </a:p>
          <a:p>
            <a:pPr marL="514350" indent="-514350">
              <a:buFont typeface="+mj-lt"/>
              <a:buAutoNum type="arabicPeriod" startAt="6"/>
            </a:pP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17073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569D8B-F13B-4EEB-848C-07D8B6399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システム概要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9FE1EB-09A4-4B24-AA9B-41856D02A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0BA8D3E-C664-402D-92D6-32CC72079E50}"/>
              </a:ext>
            </a:extLst>
          </p:cNvPr>
          <p:cNvSpPr txBox="1"/>
          <p:nvPr/>
        </p:nvSpPr>
        <p:spPr>
          <a:xfrm>
            <a:off x="3046810" y="3244334"/>
            <a:ext cx="60936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使用技術</a:t>
            </a:r>
          </a:p>
        </p:txBody>
      </p:sp>
    </p:spTree>
    <p:extLst>
      <p:ext uri="{BB962C8B-B14F-4D97-AF65-F5344CB8AC3E}">
        <p14:creationId xmlns:p14="http://schemas.microsoft.com/office/powerpoint/2010/main" val="55501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569D8B-F13B-4EEB-848C-07D8B6399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開発目的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9FE1EB-09A4-4B24-AA9B-41856D02A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196138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569D8B-F13B-4EEB-848C-07D8B6399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システム構成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9FE1EB-09A4-4B24-AA9B-41856D02A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70446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569D8B-F13B-4EEB-848C-07D8B6399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使用技術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9FE1EB-09A4-4B24-AA9B-41856D02A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53571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569D8B-F13B-4EEB-848C-07D8B6399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+mj-ea"/>
              </a:rPr>
              <a:t>デモンストレーション</a:t>
            </a:r>
            <a:endParaRPr kumimoji="1" lang="ja-JP" altLang="en-US" dirty="0">
              <a:latin typeface="+mj-ea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9FE1EB-09A4-4B24-AA9B-41856D02A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E43428-E797-440F-9E53-591E2E7E52A8}"/>
              </a:ext>
            </a:extLst>
          </p:cNvPr>
          <p:cNvSpPr txBox="1"/>
          <p:nvPr/>
        </p:nvSpPr>
        <p:spPr>
          <a:xfrm>
            <a:off x="3046810" y="3244334"/>
            <a:ext cx="60936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使用技術</a:t>
            </a:r>
          </a:p>
        </p:txBody>
      </p:sp>
    </p:spTree>
    <p:extLst>
      <p:ext uri="{BB962C8B-B14F-4D97-AF65-F5344CB8AC3E}">
        <p14:creationId xmlns:p14="http://schemas.microsoft.com/office/powerpoint/2010/main" val="34854414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569D8B-F13B-4EEB-848C-07D8B6399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latin typeface="+mj-ea"/>
              </a:rPr>
              <a:t>総合演習の所感</a:t>
            </a:r>
            <a:endParaRPr kumimoji="1" lang="ja-JP" altLang="en-US" dirty="0">
              <a:latin typeface="+mj-ea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9FE1EB-09A4-4B24-AA9B-41856D02A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E43428-E797-440F-9E53-591E2E7E52A8}"/>
              </a:ext>
            </a:extLst>
          </p:cNvPr>
          <p:cNvSpPr txBox="1"/>
          <p:nvPr/>
        </p:nvSpPr>
        <p:spPr>
          <a:xfrm>
            <a:off x="3046810" y="3244334"/>
            <a:ext cx="60936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使用技術</a:t>
            </a:r>
          </a:p>
        </p:txBody>
      </p:sp>
    </p:spTree>
    <p:extLst>
      <p:ext uri="{BB962C8B-B14F-4D97-AF65-F5344CB8AC3E}">
        <p14:creationId xmlns:p14="http://schemas.microsoft.com/office/powerpoint/2010/main" val="18728685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24109-D405-A987-6572-E338023A6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D1FE57-6B51-CFE3-1AD4-B96A42E17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この資料の書き方について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95783B3-08BC-E6B5-5195-E4D11FE792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-US" altLang="ja-JP" dirty="0"/>
              <a:t>PowerPoint</a:t>
            </a:r>
            <a:r>
              <a:rPr kumimoji="1" lang="ja-JP" altLang="en-US" dirty="0"/>
              <a:t>上に書くことはなるべく簡潔に</a:t>
            </a:r>
            <a:r>
              <a:rPr lang="ja-JP" altLang="en-US" dirty="0"/>
              <a:t>、具体例など長くなる部分は口頭で補足する</a:t>
            </a:r>
            <a:endParaRPr lang="en-US" altLang="ja-JP" dirty="0"/>
          </a:p>
          <a:p>
            <a:r>
              <a:rPr lang="ja-JP" altLang="en-US" dirty="0"/>
              <a:t>技術的な話と自分の振る舞いの話（時間の使い方、作業効率、報連相など）を両方書くと良い</a:t>
            </a:r>
            <a:endParaRPr lang="en-US" altLang="ja-JP" dirty="0"/>
          </a:p>
          <a:p>
            <a:r>
              <a:rPr lang="ja-JP" altLang="en-US" dirty="0"/>
              <a:t>相手への伝わり方を考えて記述する</a:t>
            </a:r>
            <a:endParaRPr lang="en-US" altLang="ja-JP" dirty="0"/>
          </a:p>
          <a:p>
            <a:pPr lvl="1"/>
            <a:r>
              <a:rPr lang="ja-JP" altLang="en-US" dirty="0"/>
              <a:t>毎回同じことを書く部分はコピペを多用した（人によっては適当に貼り付けた印象を持つ）</a:t>
            </a:r>
            <a:endParaRPr lang="en-US" altLang="ja-JP" dirty="0"/>
          </a:p>
          <a:p>
            <a:pPr lvl="1"/>
            <a:r>
              <a:rPr lang="ja-JP" altLang="en-US" dirty="0"/>
              <a:t>共通部分は再利用できる形に整理し効率化を図った　など</a:t>
            </a:r>
            <a:endParaRPr lang="en-US" altLang="ja-JP" dirty="0"/>
          </a:p>
          <a:p>
            <a:pPr lvl="1"/>
            <a:r>
              <a:rPr lang="ja-JP" altLang="en-US" dirty="0"/>
              <a:t>言い回しについては</a:t>
            </a:r>
            <a:r>
              <a:rPr lang="en-US" altLang="ja-JP" dirty="0"/>
              <a:t>AI</a:t>
            </a:r>
            <a:r>
              <a:rPr lang="ja-JP" altLang="en-US" dirty="0"/>
              <a:t>に聞いてみても</a:t>
            </a:r>
            <a:r>
              <a:rPr lang="en-US" altLang="ja-JP" dirty="0"/>
              <a:t>OK</a:t>
            </a:r>
          </a:p>
          <a:p>
            <a:r>
              <a:rPr lang="ja-JP" altLang="en-US" dirty="0"/>
              <a:t>必ずこのテンプレ通りに書かなくてはいけないわけではない。各スライドを細分化しスライド数を増やしても</a:t>
            </a:r>
            <a:r>
              <a:rPr lang="en-US" altLang="ja-JP" dirty="0"/>
              <a:t>OK</a:t>
            </a:r>
          </a:p>
          <a:p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354997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</Words>
  <Application>Microsoft Office PowerPoint</Application>
  <PresentationFormat>ワイド画面</PresentationFormat>
  <Paragraphs>33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3" baseType="lpstr">
      <vt:lpstr>游ゴシック</vt:lpstr>
      <vt:lpstr>游ゴシック Light</vt:lpstr>
      <vt:lpstr>Arial</vt:lpstr>
      <vt:lpstr>Office テーマ</vt:lpstr>
      <vt:lpstr>蔵書管理システム 総合演習 発表</vt:lpstr>
      <vt:lpstr>目次</vt:lpstr>
      <vt:lpstr>システム概要</vt:lpstr>
      <vt:lpstr>開発目的</vt:lpstr>
      <vt:lpstr>システム構成</vt:lpstr>
      <vt:lpstr>使用技術</vt:lpstr>
      <vt:lpstr>デモンストレーション</vt:lpstr>
      <vt:lpstr>総合演習の所感</vt:lpstr>
      <vt:lpstr>この資料の書き方について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2026-05-26T20:40:35Z</dcterms:created>
  <dcterms:modified xsi:type="dcterms:W3CDTF">2026-05-28T08:24:11Z</dcterms:modified>
</cp:coreProperties>
</file>